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73152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</a:rPr>
              <a:t>pptx-html-bridge 演示文稿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474720"/>
            <a:ext cx="7315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>
                <a:solidFill>
                  <a:srgbClr val="BFDBFE"/>
                </a:solidFill>
              </a:rPr>
              <a:t>PPTX to HTML 转换库 &lt;端到端&gt; 测试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731520"/>
            <a:ext cx="3200400" cy="1828800"/>
          </a:xfrm>
          <a:prstGeom prst="roundRect">
            <a:avLst/>
          </a:prstGeom>
          <a:solidFill>
            <a:srgbClr val="2563EB"/>
          </a:solidFill>
          <a:ln w="25400">
            <a:solidFill>
              <a:srgbClr val="1E4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731520" y="3108960"/>
            <a:ext cx="7680960" cy="0"/>
          </a:xfrm>
          <a:prstGeom prst="line">
            <a:avLst/>
          </a:prstGeom>
          <a:ln w="19050">
            <a:solidFill>
              <a:srgbClr val="6666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3657600"/>
            <a:ext cx="1828800" cy="18288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200400" y="4114800"/>
            <a:ext cx="4572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>
                <a:solidFill>
                  <a:srgbClr val="333333"/>
                </a:solidFill>
              </a:rPr>
              <a:t>上方：形状 / 线条 / 内嵌图片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Table 1"/>
          <p:cNvGraphicFramePr>
            <a:graphicFrameLocks noGrp="1"/>
          </p:cNvGraphicFramePr>
          <p:nvPr/>
        </p:nvGraphicFramePr>
        <p:xfrm>
          <a:off x="1371600" y="1371600"/>
          <a:ext cx="64008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33600"/>
                <a:gridCol w="2133600"/>
                <a:gridCol w="2133600"/>
              </a:tblGrid>
              <a:tr h="914400">
                <a:tc>
                  <a:txBody>
                    <a:bodyPr/>
                    <a:lstStyle/>
                    <a:p>
                      <a:r>
                        <a:rPr sz="1400"/>
                        <a:t>功能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状态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备注</a:t>
                      </a:r>
                    </a:p>
                  </a:txBody>
                  <a:tcPr/>
                </a:tc>
              </a:tr>
              <a:tr h="914400">
                <a:tc>
                  <a:txBody>
                    <a:bodyPr/>
                    <a:lstStyle/>
                    <a:p>
                      <a:r>
                        <a:rPr sz="1400"/>
                        <a:t>文本样式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字体 / 颜色 / 加粗</a:t>
                      </a:r>
                    </a:p>
                  </a:txBody>
                  <a:tcPr/>
                </a:tc>
              </a:tr>
              <a:tr h="914400">
                <a:tc>
                  <a:txBody>
                    <a:bodyPr/>
                    <a:lstStyle/>
                    <a:p>
                      <a:r>
                        <a:rPr sz="1400"/>
                        <a:t>媒体资源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图片 / 视频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