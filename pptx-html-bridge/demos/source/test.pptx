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pptx-html-bridge 演示文稿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BFDBFE"/>
                </a:solidFill>
              </a:rPr>
              <a:t>PPTX to HTML 转换库 &lt;端到端&gt;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3200400" cy="1828800"/>
          </a:xfrm>
          <a:prstGeom prst="roundRect">
            <a:avLst/>
          </a:prstGeom>
          <a:solidFill>
            <a:srgbClr val="2563E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3108960"/>
            <a:ext cx="768096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上方：形状 / 线条 / 内嵌图片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914400">
                <a:tc>
                  <a:txBody>
                    <a:bodyPr/>
                    <a:lstStyle/>
                    <a:p>
                      <a:r>
                        <a:rPr sz="140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备注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文本样式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字体 / 颜色 / 加粗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400"/>
                        <a:t>媒体资源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图片 / 视频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